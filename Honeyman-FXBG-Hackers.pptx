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1B1F27"/>
                </a:solidFill>
              </a:rPr>
              <a:t>Honeyman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E37C2E"/>
                </a:solidFill>
              </a:rPr>
              <a:t>Mobile multi-vector threat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F6D"/>
                </a:solidFill>
              </a:rPr>
              <a:t>FXBG Hackers  ·  June 2026  ·  github.com/SecurityWard/honeyman-Project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1B1F27"/>
                </a:solidFill>
              </a:rPr>
              <a:t>A Raspberry Pi that catches attacks against the people around it.</a:t>
            </a:r>
          </a:p>
          <a:p>
            <a:pPr algn="l">
              <a:spcAft>
                <a:spcPts val="1200"/>
              </a:spcAft>
            </a:pPr>
            <a:r>
              <a:rPr sz="4000" b="0">
                <a:solidFill>
                  <a:srgbClr val="555F6D"/>
                </a:solidFill>
              </a:rPr>
              <a:t>Drop one in a hotel, a conference, a coffee shop — watch the live feed.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E37C2E"/>
                </a:solidFill>
              </a:rPr>
              <a:t>dashboard.honeymanproject.com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What it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USB — BadUSB, Rubber Ducky, Bash Bunny, OMG Cable, autorun abuse, 360 malware hashes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BLE — Flipper Zero, BLE spam, Apple Continuity abuse, HID keyloggers, ESP32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WiFi — Evil Twin, deauth, Pineapple, ESP8266 Deauther, suspicious SSIDs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AirDrop — service-name abuse, rapid announcement floods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Network honeypots — SSH / HTTP / SMB / Telnet / VNC via OpenCanary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37C2E"/>
                </a:solidFill>
              </a:rPr>
              <a:t>The story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2F2F2"/>
                </a:solidFill>
              </a:rPr>
              <a:t>V1 → 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V1 — DefCon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Goal: prove a portable multi-vector sensor could catch real attacks at a con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It did — Rubber Duckies, deauth attacks, suspicious BLE, OpenCanary hits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Got us our first dataset of real-world drive-by attacks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Validated the bet on a Pi-class sensor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V1 — what hurt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Monolithic Flask + Mongo + MQTT broker + JWT + user accounts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45-minute deploy per sensor — only maintainers could stand new ones up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Detection logic baked into Python — adding a rule meant editing code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Dashboard behind a login — but the threats ARE the product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V2 — three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Simple to deploy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F6D"/>
                </a:solidFill>
              </a:rPr>
              <a:t>One curl | bash on a fresh Pi puts a sensor on the air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Simple to operate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F6D"/>
                </a:solidFill>
              </a:rPr>
              <a:t>No accounts, no roles, no admin UI — public read-only dashboard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Simple to extend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F6D"/>
                </a:solidFill>
              </a:rPr>
              <a:t>Detection rules are YAML — drop one in, restart, 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B1F27"/>
                </a:solidFill>
              </a:rPr>
              <a:t>Sensor pushes detections over HTTPS with a per-sensor API key. FastAPI writes to a Postgres + TimescaleDB hypertable and publishes to Redis pub/sub. The React dashboard reads REST endpoints + a WebSocket fed by Redis.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E37C2E"/>
                </a:solidFill>
              </a:rPr>
              <a:t>Full diagram → docs/ARCHITECTURE.mmd</a:t>
            </a:r>
          </a:p>
          <a:p>
            <a:r>
              <a:rPr sz="1800" i="1">
                <a:solidFill>
                  <a:srgbClr val="555F6D"/>
                </a:solidFill>
              </a:rPr>
              <a:t>Renders in draw.io, mermaid.live, or any GitHub PR preview.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37C2E"/>
                </a:solidFill>
              </a:rPr>
              <a:t>Vector by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2F2F2"/>
                </a:solidFill>
              </a:rPr>
              <a:t>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USB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Hak5 family — Rubber Ducky, Bash Bunny, OMG Cable, BadUSB clones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VID/PID + product-name regex + behavioral (HID+MSC combo)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Suspicious volume labels — STARKILLER, PAYLOAD, autorun.inf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360 malware-hash signatures — agent self-mounts USBs read-only, hashes files, queries SQLite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Flipper Zero (Unleashed / Xtreme firmware variants)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BLE spam — notification storms from Bluetooth implants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Apple Continuity abuse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ESP32 attack tools · BLE HID keyloggers · manufacturer-data 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8E97A3"/>
                </a:solidFill>
              </a:rPr>
              <a:t>War story: mac_randomization rule originally fired 60×/min from neighbours' phones. Off by default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WiFi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Evil Twin, deauth flooding, beacon flooding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WiFi Pineapple · ESP8266 Deauther · Flipper Zero WiFi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Suspicious SSIDs, WPS attacks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Needs monitor-mode capable adapter — Pi Zero has one interface, refuses to default-enable WiFi/AirDrop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AirDrop &amp; network honeypots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AirDrop / mDNS via avahi-browse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F6D"/>
                </a:solidFill>
              </a:rPr>
              <a:t>Service-name abuse, generic spoofing, rapid floods, TXT-record abuse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OpenCanary integration — SSH / HTTP / SMB / Telnet / VNC / web-attack probes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Threats include attacker source IP, severity, attack 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YAML rules — hand-editable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35 default rules ship with the agent (agent/rules/&lt;vector&gt;/)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Edit on a sensor, restart, change takes effect — no code touch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Custom local rules — drop a YAML, sudo systemctl restart honeyman-agent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&lt;rule&gt;.yaml.local marker pins it against the central sync overwriting it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MITRE ATT&amp;CK tags on every threat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One-shot 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curl -sSL https://honeymanproject.com/install | bash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Detects available hardware, asks name + location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Self-registers, receives one-time API key, drops systemd unit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Sensor appears on the dashboard map in under two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dashboard.honeymanproject.com — no login, no actions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World map, severity-coloured threat markers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Live WebSocket feed (Redis pub/sub)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Filters: time / sensor / threat type / severity / category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Agent — Python 3.8+ asyncio, pyudev, bleak, scapy, OpenCanary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Backend — FastAPI, Pydantic 2, SQLAlchemy async, asyncpg, Alembic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Database — Postgres 15 + TimescaleDB (90d retention, 7d compression)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Frontend — React 19, TypeScript, Vite, Leaflet, Recharts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Deploy — systemd + nginx + Let's Encrypt (no Docker)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When the network drops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SQLite-backed FIFO buffer at /var/lib/honeyman/buffer.db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Survives agent restarts; bounded at 10k rows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On reconnect — batched drain, ack-on-success, stops on first failure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Per-(rule, target) cooldown — same device doesn't fire 50× in a row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Operational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Nightly pg_dump → /var/backups/honeyman/, 14-day retention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logrotate on the backend log (daily, 14 compressed copies)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5-minute systemd timer probes API + dashboard + sensors endpoint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Optional webhook (Discord / Slack / generic) on failure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1B1F27"/>
                </a:solidFill>
              </a:rPr>
              <a:t>The sensor IS the bait.</a:t>
            </a:r>
          </a:p>
          <a:p>
            <a:pPr algn="l">
              <a:spcAft>
                <a:spcPts val="1200"/>
              </a:spcAft>
            </a:pPr>
            <a:r>
              <a:rPr sz="4000" b="0">
                <a:solidFill>
                  <a:srgbClr val="555F6D"/>
                </a:solidFill>
              </a:rPr>
              <a:t>Use throwaway hardware. Segment the network. Reimage.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E37C2E"/>
                </a:solidFill>
              </a:rPr>
              <a:t>See SECURITY.md for the full threat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Multi-sensor deployments — currently one Pi Zero 2 W in production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WiFi + AirDrop end-to-end on a Pi 4 with USB WiFi dongle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Per-detector supervision — one crash shouldn't take the agent down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Rule tuning — calm down false-positive rules in real-world traffic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More rules — curate FXBG-relevant detection signatures together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1F27"/>
                </a:solidFill>
              </a:rPr>
              <a:t>Get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Repo — github.com/SecurityWard/honeyman-Project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Dashboard — dashboard.honeymanproject.com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Open a PR with a new rule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Onboard a sensor at your next conference / event / meetup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1B1F27"/>
                </a:solidFill>
              </a:rPr>
              <a:t>Questions — contact@honeymanproject.com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